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49" d="100"/>
          <a:sy n="149" d="100"/>
        </p:scale>
        <p:origin x="515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50B977A-A80B-C0B9-7F5F-B5673F2241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2199"/>
          <a:stretch/>
        </p:blipFill>
        <p:spPr>
          <a:xfrm>
            <a:off x="0" y="0"/>
            <a:ext cx="9174364" cy="46881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69123"/>
            <a:ext cx="7772400" cy="6312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2914650"/>
            <a:ext cx="7772400" cy="67261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616" y="4803897"/>
            <a:ext cx="754184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 descr="Ein Bild, das Text, Grafiken, Schrift, Logo enthält.&#10;&#10;Automatisch generierte Beschreibung">
            <a:extLst>
              <a:ext uri="{FF2B5EF4-FFF2-40B4-BE49-F238E27FC236}">
                <a16:creationId xmlns:a16="http://schemas.microsoft.com/office/drawing/2014/main" id="{532E072D-851A-5AC8-2804-32511988FF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93918" y="150628"/>
            <a:ext cx="2780446" cy="1174263"/>
          </a:xfrm>
          <a:prstGeom prst="rect">
            <a:avLst/>
          </a:prstGeom>
        </p:spPr>
      </p:pic>
      <p:pic>
        <p:nvPicPr>
          <p:cNvPr id="9" name="Grafik 8" descr="PPT_Logo.png">
            <a:extLst>
              <a:ext uri="{FF2B5EF4-FFF2-40B4-BE49-F238E27FC236}">
                <a16:creationId xmlns:a16="http://schemas.microsoft.com/office/drawing/2014/main" id="{6CAC03CE-1652-F668-77D5-DA33E460EC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 bwMode="gray">
          <a:xfrm>
            <a:off x="6421919" y="4707597"/>
            <a:ext cx="2700961" cy="38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90CA72E-625D-717B-722D-7F75D25586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-4"/>
          <a:stretch/>
        </p:blipFill>
        <p:spPr>
          <a:xfrm>
            <a:off x="-18757" y="-10706"/>
            <a:ext cx="9162757" cy="51542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pPr lvl="0" algn="l" defTabSz="1320759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647" y="4800599"/>
            <a:ext cx="105507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417B2DC-A4EA-D2DA-4BF5-D2067B5A92BF}"/>
              </a:ext>
            </a:extLst>
          </p:cNvPr>
          <p:cNvCxnSpPr>
            <a:cxnSpLocks/>
          </p:cNvCxnSpPr>
          <p:nvPr userDrawn="1"/>
        </p:nvCxnSpPr>
        <p:spPr>
          <a:xfrm>
            <a:off x="-7748954" y="-3771634"/>
            <a:ext cx="166424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2F91ABC-03EE-7634-395D-5B4AB36C1D80}"/>
              </a:ext>
            </a:extLst>
          </p:cNvPr>
          <p:cNvCxnSpPr>
            <a:cxnSpLocks/>
          </p:cNvCxnSpPr>
          <p:nvPr userDrawn="1"/>
        </p:nvCxnSpPr>
        <p:spPr>
          <a:xfrm>
            <a:off x="457200" y="1131802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4C815C70-52EE-D3CF-6C7A-888D26A54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bg2">
                <a:lumMod val="1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22372" y="4427294"/>
            <a:ext cx="1527135" cy="644953"/>
          </a:xfrm>
          <a:prstGeom prst="rect">
            <a:avLst/>
          </a:prstGeom>
        </p:spPr>
      </p:pic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0C444EA-C8F1-4373-A16A-F2ADA3F2C2AA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89756"/>
            <a:ext cx="71803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lang="en-US" sz="317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424296"/>
            <a:ext cx="12385431" cy="1102519"/>
          </a:xfrm>
        </p:spPr>
        <p:txBody>
          <a:bodyPr vert="horz" wrap="square" lIns="0" tIns="0" rIns="0" bIns="0" rtlCol="0" anchor="t">
            <a:normAutofit/>
          </a:bodyPr>
          <a:lstStyle/>
          <a:p>
            <a:pPr algn="l" defTabSz="1320759">
              <a:lnSpc>
                <a:spcPct val="90000"/>
              </a:lnSpc>
            </a:pPr>
            <a:r>
              <a:rPr lang="en-US" sz="5055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94234"/>
            <a:ext cx="11623431" cy="1314450"/>
          </a:xfrm>
        </p:spPr>
        <p:txBody>
          <a:bodyPr/>
          <a:lstStyle/>
          <a:p>
            <a:pPr algn="l"/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Bildschirmpräsentation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Ralph Kemperdick</cp:lastModifiedBy>
  <cp:revision>8</cp:revision>
  <dcterms:created xsi:type="dcterms:W3CDTF">2017-06-05T14:10:58Z</dcterms:created>
  <dcterms:modified xsi:type="dcterms:W3CDTF">2026-05-12T15:40:49Z</dcterms:modified>
</cp:coreProperties>
</file>